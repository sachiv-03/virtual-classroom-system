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Virtual Classroom System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Project Review Assessment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A comprehensive review of the MERN stack architecture, security, and state management.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1. Backend API Development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000"/>
                </a:solidFill>
              </a:rPr>
              <a:t>Status: ✅ Done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Design &amp; Implementation: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Well-organized RESTful API structure with routes in backend/src/routes.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Architectural Standards: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Follows REST conventions (GET, POST, PUT, DELETE).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Testability &amp; Scalability: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Clean separation of concerns using controllers and asyncHandler.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Features Supported: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Includes file upload capabilities via uploadMiddleware.js.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2. Database &amp; Auth Integration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000"/>
                </a:solidFill>
              </a:rPr>
              <a:t>Status: ✅ Done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Database: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Successful connection to MongoDB (connectDB()) initialized securely.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Authentication Protocol: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Secure JWT-based authentication implemented in authMiddleware.js.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Access Control: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Robust token verification, user retrieval (protect), and role-based access control (authorize).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Integrations: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Native Google Auth integration supported.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3. Full-Stack CRUD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000"/>
                </a:solidFill>
              </a:rPr>
              <a:t>Status: ✅ Done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Frontend/Backend Sync: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Seamless client-server interaction via axios (frontend/src/lib/api.ts).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Complete Lifecycle Implementation: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Verified across models (e.g., Assignments).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Create: createAssignment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Read: getAssignments, getAssignment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Update: updateAssignment, gradeSubmission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Delete: deleteAssignment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4. State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000"/>
                </a:solidFill>
              </a:rPr>
              <a:t>Status: ✅ Done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React Architecture: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Extensive use of React Hooks (useState, useEffect, useContext).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Global State Contexts: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AuthContext (Real-time session) and SocketContext (Messaging).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Server State Management: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Strategic use of @tanstack/react-query for optimized data fetching, caching, and mutation synchronization.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5. Error Handling &amp; Security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000"/>
                </a:solidFill>
              </a:rPr>
              <a:t>Status: ✅ Done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Input Validation: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Strict payload validation using express-validator.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Security Headers &amp; Protection: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helmet(): Secure HTTP headers.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mongoSanitize(): NoSQL injection prevention.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xss(): Cross-site scripting (XSS) defense.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rateLimit(): Brute-force/DDoS mitigation.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Error Logging: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Centralized JSON error formatting via errorMiddleware.js.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Conclusion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🌟 Fully Meets Criteria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The Virtual Classroom System successfully exhibits a professional, scalable, and secure architecture utilizing the best practices of modern full-stack development. All listed criteria have been successfully implemented and properly integrated.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2026-03-06T09:09:03Z</dcterms:created>
  <dcterms:modified xsi:type="dcterms:W3CDTF">2026-03-06T09:09:03Z</dcterms:modified>
</cp:coreProperties>
</file>